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057400"/>
            <a:ext cx="91440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74520" y="19933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Sapiones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41248" y="32461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Nhân sự &amp; Tiền lương cho doanh nghiệp sản xuất Việt Nam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59536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 ·  Trên nền Odoo Community 19  ·  Sản phẩm của BSD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59536" y="4800600"/>
            <a:ext cx="5029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4800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Miễn phí tới 30 nhân viên — không giới hạn thời gian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nhân sự của nhà máy Việt Nam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8013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cực phức tạp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tăng ca, ca đêm — phải đúng luật và luật đổi liên tục.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087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29400" y="182880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60920" y="18013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 động lớn, nhiều ca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75120" y="2560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trăm–nghìn công nhân, 3 ca 4 kíp, biến động nhân sự cao.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Tuân thủ &amp; kê khai nặng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49377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ATLĐ, biểu mẫu — sai là bị phạt.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388620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9400" y="420624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60920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mềm rời rạc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75120" y="49377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công, lương, đánh giá… mỗi thứ một nơi, không nối liền.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pháp: Sapiones — HCM all-in-one cho sản xuất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hệ thống đúng luật Việt Nam, nối liền từ chấm công đến tính lương, kê khai, đánh giá và AI.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6459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&amp; sản xuất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BHXH/thuế chuẩn, ca kíp – tăng ca, máy chấm công, ATLĐ.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30632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Nối liền một mạch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→ lương → kê khai → cổng nhân viên → đánh giá → tri thức.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44805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&amp; on-premise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nguồn mở phần lõi, chủ quyền dữ liệu, miễn phí tới 30 nhân viên.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040880" y="155448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66420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686800" y="166420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dùng miễn phí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040880" y="306324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69480" y="317296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8686800" y="317296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hệ nghiệp vụ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040880" y="457200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269480" y="468172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686800" y="468172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nối liền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nền tảng — phủ trọn vòng đời nhân sự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71600"/>
            <a:ext cx="109728" cy="1627632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5179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&amp; bản địa hóa VN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04672" y="20482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CCCD, MST, BHXH, người phụ thuộc, địa giới 2025, chứng chỉ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08376" y="153619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8" name="Text 6"/>
          <p:cNvSpPr/>
          <p:nvPr/>
        </p:nvSpPr>
        <p:spPr>
          <a:xfrm>
            <a:off x="3008376" y="1536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07992" y="13716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371600"/>
            <a:ext cx="109728" cy="1627632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764024" y="15179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Việt Nam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64024" y="20482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Gross→net, phiếu lương PDF, file NH, bảng kê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467344" y="13716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7344" y="1371600"/>
            <a:ext cx="109728" cy="1627632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8723376" y="15179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ca kíp &amp; tăng ca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723376" y="20482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 4 kíp, 150/200/300%, ca đêm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2004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200400"/>
            <a:ext cx="109728" cy="1627632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467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chấm công &amp; lương SP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04672" y="38770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ZKTeco/Hikvision, lương sản phẩm/khoán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07992" y="32004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7992" y="3200400"/>
            <a:ext cx="109728" cy="1627632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4764024" y="33467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764024" y="38770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Thuế TNCN 05/KK, BHXH D02-LT → HTKK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467344" y="32004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67344" y="3200400"/>
            <a:ext cx="109728" cy="1627632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27" name="Text 25"/>
          <p:cNvSpPr/>
          <p:nvPr/>
        </p:nvSpPr>
        <p:spPr>
          <a:xfrm>
            <a:off x="8723376" y="33467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nhân viên (ESS)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723376" y="38770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Phiếu lương, xin nghỉ, tra cứu — mobile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5029200"/>
            <a:ext cx="109728" cy="1627632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" y="51755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 / OKR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4672" y="57058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Xếp loại, mục tiêu &amp; kết quả then chốt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07992" y="50292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07992" y="5029200"/>
            <a:ext cx="109728" cy="1627632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4764024" y="51755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&amp; An toàn LĐ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764024" y="57058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tự cấp chứng chỉ, khám SK, tai nạn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467344" y="5029200"/>
            <a:ext cx="3694176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467344" y="5029200"/>
            <a:ext cx="109728" cy="1627632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8723376" y="5175504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tri thức + Trợ lý AI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723376" y="5705856"/>
            <a:ext cx="32369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tài liệu + AI hỏi-đáp (RAG)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— Vận hành &amp; Tuân thủ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 doanh nghiệp &gt; 30 nhân viên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1545336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Việt Nam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Gross→net BHXH + thuế TNCN, giảm trừ gia cảnh · phiếu lương PDF · file chuyển khoản · bảng kê thuế &amp; BHXH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78608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53312" y="2523744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ca kíp &amp; tăng ca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 4 kíp · tăng ca 150/200/300% + ca đêm (miễn thuế phần chênh) → nối thẳng vào lương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3312" y="3502152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chấm công &amp; lương sản phẩm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Nhập tệp máy vân tay/khuôn mặt → bảng công · lương sản phẩm/khoán theo công đoạn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535424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53312" y="4480560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Tờ khai thuế TNCN (05/KK, 05-1/BK) &amp; BHXH (D02-LT) · kết xuất cho HTKK / phần mềm BHXH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513832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13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53312" y="5458968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nhân viên (ESS)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xem &amp; tải phiếu lương, xem chấm công, xin nghỉ online, tra cứu tri thức — mobile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Tài năng &amp; Trí tuệ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Gồm toàn bộ Professional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1499616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 / OKR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Đợt đánh giá → tạo phiếu hàng loạt · KPI trọng số (tự ĐG + quản lý) → xếp loại · mục tiêu OKR + tiến độ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7860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53312" y="2523744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(LMS) &amp; An toàn lao động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Khóa/lớp tự cấp chứng chỉ khi hoàn thành (cảnh báo hết hạn) · khám sức khỏe · sự cố/tai nạn LĐ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02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tri thức + Trợ lý AI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tài liệu nội bộ + trợ lý AI hỏi-đáp (RAG) trên kho tri thức; tra cứu qua cổng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5120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&amp; triển khai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54864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Odoo Community 19 · mã nguồn mở phần lõi      ✓ On-premise (chủ quyền dữ liệu) hoặc cloud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Đa pháp nhân · Hỗ trợ SLA · cập nhật tuân thủ      ✓ Bản quyền ký số offline (hợp nhà máy)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Sapiones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Việt Nam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tăng ca, kê khai theo quy định mới nhất.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ra cho sản xuất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kíp, máy chấm công, lương sản phẩm, ATLĐ.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All-in-one, nối liền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22960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→ lương → kê khai → ESS → đánh giá → AI.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95728" y="36118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70048" y="3886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2670048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70048" y="44805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+ mở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267004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quyền dữ liệu, mã nguồn mở phần lõi.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99048" y="36118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73368" y="3886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6373368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73368" y="44805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sẵn sàng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3733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tri thức RAG, mở rộng khi cần.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mở — Miễn phí tới 30 nhân viên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đủ tính năng bằng dữ liệu thật; nâng cấp theo số lao động khi lớn lên.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109728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30 nhân viên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mọi tính năng để dùng thử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nguồn mở phần lõi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bằng dữ liệu thật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hoặc cloud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1783080"/>
            <a:ext cx="3520440" cy="109728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590288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nghiệp &gt; 30 NV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90288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Trọn bộ tính năng nghiệp vụ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Lương + phiếu lương + file NH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kíp, máy chấm công, lương SP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 + Cổng NV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1783080"/>
            <a:ext cx="3520440" cy="109728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357616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máy lớn / đa pháp nhân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57616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Professional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KPI/OKR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&amp; ATLĐ · Tri thức + AI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+ SLA + đa pháp nhân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quyền ký số offline  ·  thuê bao cập nhật tuân thủ  ·  key đánh giá full-seat cho khách lớn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Trải nghiệm thật ngay hôm nay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demo đầy đủ đang chạy trực tuyến — xem tận mắt mọi phân hệ.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hệ nghiệp vụ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8328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1792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VN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5256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5256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hoặc cloud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demo.sapiones.com</a:t>
            </a:r>
            <a:endParaRPr lang="en-US" sz="2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nhập: demo / demo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hiện đại hóa quản trị nhân sự?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154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demo trực tiếp tại demo.sapiones.com  (demo / demo)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023360" y="3977640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023360" y="39776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info@bsdinsight.com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Sapiones — Sản phẩm của BSD  ·  sapiones.com  ·  bsdinsight.com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Sapiones — Giới thiệu</dc:title>
  <dc:subject>PptxGenJS Presentation</dc:subject>
  <dc:creator>BSD</dc:creator>
  <cp:lastModifiedBy>BSD</cp:lastModifiedBy>
  <cp:revision>1</cp:revision>
  <dcterms:created xsi:type="dcterms:W3CDTF">2026-06-08T07:54:53Z</dcterms:created>
  <dcterms:modified xsi:type="dcterms:W3CDTF">2026-06-08T07:54:53Z</dcterms:modified>
</cp:coreProperties>
</file>