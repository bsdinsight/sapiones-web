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057400"/>
            <a:ext cx="914400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874520" y="1993392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Sapiones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41248" y="32461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trị Nhân sự &amp; Tiền lương cho doanh nghiệp sản xuất Việt Nam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59536" y="42245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 ·  Trên nền Odoo Community 19  ·  Sản phẩm của BSD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59536" y="4800600"/>
            <a:ext cx="50292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4800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Miễn phí tới 20 nhân viên — không giới hạn thời gian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nhân sự của nhà máy Việt Nam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00200" y="1801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cực phức tạp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BHXH, thuế TNCN, tăng ca, ca đêm — phải đúng luật và luật đổi liên tục.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29400" y="18288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60920" y="180136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Lao động lớn, nhiều ca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 trăm–nghìn công nhân, 3 ca 4 kíp, biến động nhân sự cao.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062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Tuân thủ &amp; kê khai nặng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937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BHXH, thuế TNCN, ATLĐ, biểu mẫu — sai là bị phạt.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388620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29400" y="420624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60920" y="41788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mềm rời rạc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0" y="49377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công, lương, đánh giá… mỗi thứ một nơi, không nối liền.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pháp: Sapiones — HCM all-in-one cho sản xuất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hệ thống đúng luật Việt Nam, nối liền từ chấm công đến tính lương, kê khai, đánh giá và AI.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&amp; sản xuất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BHXH/thuế chuẩn, ca kíp – tăng ca, máy chấm công, ATLĐ.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30632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Nối liền một mạch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→ lương → kê khai → cổng nhân viên → đánh giá → tri thức.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44805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&amp; on-premise</a:t>
            </a:r>
            <a:endParaRPr lang="en-US" sz="1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mở phần lõi, chủ quyền dữ liệu, miễn phí tới 20 nhân viên.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040880" y="1554480"/>
            <a:ext cx="45720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166420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8686800" y="166420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dùng miễn phí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040880" y="3063240"/>
            <a:ext cx="45720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317296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686800" y="317296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nghiệp vụ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040880" y="4572000"/>
            <a:ext cx="4572000" cy="132588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69480" y="4681728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686800" y="4681728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nối liền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nền tảng — phủ trọn vòng đời nhân sự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554480"/>
            <a:ext cx="91440" cy="210312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75564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Hồ sơ &amp; bản địa hóa VN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86384" y="324612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246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98064" y="155448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98064" y="1554480"/>
            <a:ext cx="91440" cy="210312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3035808" y="175564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Việt Nam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47488" y="155448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47488" y="1554480"/>
            <a:ext cx="91440" cy="210312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5285232" y="175564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ca kíp &amp; tăng ca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96912" y="155448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96912" y="1554480"/>
            <a:ext cx="91440" cy="210312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534656" y="175564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chấm công &amp; lương SP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546336" y="1554480"/>
            <a:ext cx="91440" cy="210312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0" y="175564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 khai điện tử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94760"/>
            <a:ext cx="91440" cy="210312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99592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nhân viên (ESS)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98064" y="379476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98064" y="3794760"/>
            <a:ext cx="91440" cy="210312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3035808" y="399592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Tuyển dụng (ATS)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47488" y="379476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47488" y="3794760"/>
            <a:ext cx="91440" cy="210312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5285232" y="399592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KPI / OKR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96912" y="379476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296912" y="3794760"/>
            <a:ext cx="91440" cy="210312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7534656" y="399592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&amp; An toàn lao động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546336" y="3794760"/>
            <a:ext cx="2066544" cy="2103120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546336" y="3794760"/>
            <a:ext cx="91440" cy="210312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0" y="3995928"/>
            <a:ext cx="166420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tri thức + Trợ lý AI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— Vận hành &amp; Tuân thủ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doanh nghiệp &gt; 20 nhân viên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1426464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Tính lương Việt Nam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Gross→net BHXH + thuế TNCN · phiếu lương PDF · file chuyển khoản · bảng kê thuế &amp; BHXH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322576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22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3312" y="2267712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ca kíp &amp; tăng ca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 4 kíp · tăng ca 150/200/300% + ca đêm (miễn thuế phần chênh)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3108960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chấm công &amp; lương sản phẩm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Nhập tệp máy vân tay/khuôn mặt → bảng công · lương sản phẩm/khoán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005072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05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53312" y="3950208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 khai điện tử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Tờ khai thuế TNCN (05/KK) &amp; BHXH (D02-LT) · kết xuất cho HTKK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84632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53312" y="4791456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Cổng nhân viên (ESS)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Phiếu lương, chấm công, xin nghỉ online, tra cứu tri thức — mobile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5687568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687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53312" y="5632704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Tuyển dụng (ATS)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 cầu TD + duyệt · pipeline ứng viên · chấm điểm PV · tạo NV từ ứng viên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— Tài năng &amp; Trí tuệ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Gồm toàn bộ Professional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53312" y="1499616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KPI / OKR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Đợt đánh giá → tạo phiếu hàng loạt · KPI trọng số (tự ĐG + quản lý) → xếp loại · mục tiêu OKR + tiến độ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53312" y="2523744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(LMS) &amp; An toàn lao động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Khóa/lớp tự cấp chứng chỉ khi hoàn thành (cảnh báo hết hạn) · khám sức khỏe · sự cố/tai nạn LĐ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602736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602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3312" y="3547872"/>
            <a:ext cx="10259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tri thức + Trợ lý AI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 tài liệu nội bộ + trợ lý AI hỏi-đáp (RAG) trên kho tri thức; tra cứu qua cổng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9728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&amp; triển khai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54864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Odoo Community 19 · mã nguồn mở phần lõi      ✓ On-premise (chủ quyền dữ liệu) hoặc cloud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Đa pháp nhân · Hỗ trợ SLA · cập nhật tuân thủ      ✓ Bản quyền ký số offline (hợp nhà máy)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chọn Sapiones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Việt Nam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BHXH, thuế TNCN, tăng ca, kê khai theo quy định mới nhất.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51960" y="15087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1783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 ra cho sản xuất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52628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kíp, máy chấm công, lương sản phẩm, ATLĐ.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50876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783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2960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All-in-one, nối liền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229600" y="2788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Chấm công → lương → kê khai → ESS → đánh giá → AI.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395728" y="36118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670048" y="38862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2670048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670048" y="4480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+ mở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670048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quyền dữ liệu, mã nguồn mở phần lõi.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99048" y="36118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73368" y="388620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368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73368" y="44805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sẵn sàng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373368" y="4892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Trợ lý tri thức RAG, mở rộng khi cần.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mở — Miễn phí tới 20 nhân viên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đủ tính năng bằng dữ liệu thật; nâng cấp theo số lao động khi lớn lên.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4069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109728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Miễn phí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 nhân viên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mọi tính năng để dùng thử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 nguồn mở phần lõi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bằng dữ liệu thật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hoặc cloud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1783080"/>
            <a:ext cx="3520440" cy="4069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25400">
            <a:solidFill>
              <a:srgbClr val="4F46E5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15968" y="1783080"/>
            <a:ext cx="3520440" cy="109728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90288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Doanh nghiệp &gt; 20 NV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31089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Trọn bộ tính năng nghiệp vụ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Lương + phiếu lương + file NH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kíp, máy chấm công, lương SP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 khai điện tử + Cổng NV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783080"/>
            <a:ext cx="3520440" cy="406908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14300" dist="25400" dir="81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1783080"/>
            <a:ext cx="3520440" cy="109728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57616" y="2560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Nhà máy lớn / đa pháp nhân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357616" y="310896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 bộ Professional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Đánh giá KPI/OKR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Đào tạo &amp; ATLĐ · Tri thức + AI</a:t>
            </a:r>
            <a:endParaRPr lang="en-US" sz="13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+ SLA + đa pháp nhân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quyền ký số offline  ·  thuê bao cập nhật tuân thủ  ·  key đánh giá full-seat cho khách lớn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Trải nghiệm thật ngay hôm nay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 demo đầy đủ đang chạy trực tuyến — xem tận mắt mọi phân hệ.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hệ nghiệp vụ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83280" y="1920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 viên demo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luật VN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52560" y="1920240"/>
            <a:ext cx="260604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2103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5256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hoặc cloud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206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demo.sapiones.com</a:t>
            </a:r>
            <a:endParaRPr lang="en-US" sz="26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nhập: demo / demo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sàng hiện đại hóa quản trị nhân sự?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3154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demo trực tiếp tại demo.sapiones.com  (demo / demo)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023360" y="3977640"/>
            <a:ext cx="4114800" cy="56692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023360" y="39776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info@bsdinsight.com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5120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Sapiones — Sản phẩm của BSD  ·  sapiones.com  ·  bsdinsight.com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Sapiones — Giới thiệu</dc:title>
  <dc:subject>PptxGenJS Presentation</dc:subject>
  <dc:creator>BSD</dc:creator>
  <cp:lastModifiedBy>BSD</cp:lastModifiedBy>
  <cp:revision>1</cp:revision>
  <dcterms:created xsi:type="dcterms:W3CDTF">2026-06-10T08:11:30Z</dcterms:created>
  <dcterms:modified xsi:type="dcterms:W3CDTF">2026-06-10T08:11:30Z</dcterms:modified>
</cp:coreProperties>
</file>